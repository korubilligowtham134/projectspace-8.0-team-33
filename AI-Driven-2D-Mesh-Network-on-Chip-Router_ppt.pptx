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Inter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38:31.6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2127 620 4915,'147'-10'2008,"3"0"-910,-142 9-1027,1 0-1,-1 0 1,0 0 0,0-1-1,1-1 1,-1 1-1,-1-1 1,1-1-1,0 1 1,-1-1-1,0-1 1,8-5 0,36-18 206,-49 26-255,0 1 0,0 0 0,0 1 1,0-1-1,0 0 0,0 0 0,1 1 1,-1 0-1,0-1 0,0 1 0,0 0 0,1 0 1,-1 0-1,0 0 0,0 0 0,1 1 1,-1-1-1,0 1 0,0 0 0,0-1 1,0 1-1,0 0 0,4 2 0,-5-1 0,0-1 0,0 1 0,0-1 0,0 1 0,0 0 0,0-1 0,0 1-1,-1 0 1,1 0 0,-1-1 0,1 1 0,-1 0 0,0 0 0,0 0 0,0 0 0,0 0-1,0 0 1,0-1 0,0 1 0,0 0 0,-1 0 0,1 0 0,-1 0 0,0-1 0,1 1-1,-1 0 1,0 0 0,-1 1 0,-13 25 263,-10 23 84,23-48-338,1 0-1,0 1 0,0-1 0,1 0 1,-1 1-1,1-1 0,-1 1 1,1-1-1,0 1 0,1-1 0,-1 1 1,2 5-1,-2-7-16,0-1 0,1 0 0,0 0 0,-1 1 1,1-1-1,0 0 0,-1 0 0,1 0 0,0 1 0,0-1 0,0 0 1,0 0-1,0 0 0,0-1 0,0 1 0,0 0 0,1 0 0,-1-1 1,0 1-1,0 0 0,1-1 0,-1 0 0,0 1 0,1-1 0,-1 0 1,1 1-1,-1-1 0,0 0 0,1 0 0,-1 0 0,1 0 0,-1 0 1,0-1-1,1 1 0,-1 0 0,0-1 0,1 1 0,-1-1 0,0 1 1,1-1-1,0 0 0,5-2-20,0 0 0,-1-1 0,0 0 0,0 0 0,0 0 0,9-8 0,-2-1-77,0-1 1,-1 0-1,-1-1 0,0 0 0,11-20 0,-16 22-10,-2 0-1,7-23 0,-10 30 69,1 0 0,-1 0 0,-1 0 0,1 0-1,-1-1 1,0 1 0,0 0 0,-2-9 0,1 13 41,0 1 0,0-1 0,0 0 0,0 0 0,-1 1 0,1-1-1,0 0 1,-1 1 0,1 0 0,-1-1 0,0 1 0,0 0 0,1 0 0,-1 0 0,0 0 0,0 0 0,0 0 0,0 0-1,0 1 1,0-1 0,0 1 0,0-1 0,0 1 0,0 0 0,0 0 0,-1 0 0,1 0 0,0 0 0,-2 1-1,-2-1 35,-1 1-1,1 0 0,0 0 0,0 0 0,1 1 0,-1 0 0,0 0 0,0 1 0,-5 2 1,7-1-7,-1-1 1,1 1-1,0-1 1,1 1 0,-1 0-1,1 0 1,-1 1 0,1-1-1,1 1 1,-1 0 0,1-1-1,-1 1 1,1 0 0,1 1-1,-1-1 1,-1 7 0,1 2 53,1-1 1,0 1-1,1 0 1,0 0-1,3 17 1,-3-29-77,1 0 0,-1 0 0,1 0 1,0 1-1,-1-1 0,1 0 0,0 0 1,0 0-1,0 0 0,1 0 0,-1 0 0,0-1 1,1 1-1,-1 0 0,1-1 0,-1 1 1,3 1-1,1 0 20,-1-1 0,0 1 0,0-1 0,1 0-1,-1-1 1,1 1 0,8 1 0,6 0 101,1-1 1,-1-1-1,23-1 0,-30 0-52,-6-1-71,-1 1 0,0-1 0,0 0 0,1 0 0,-1-1-1,0 1 1,0-1 0,-1 0 0,1-1 0,0 1 0,-1-1 0,1 0 0,-1 0 0,5-4 0,-6 4-41,-1 1 1,1-1-1,-1 0 1,1 1 0,-1-1-1,0 0 1,0-1 0,-1 1-1,1 0 1,-1 0 0,1-1-1,-1 1 1,0-1 0,0 1-1,-1-1 1,1 1-1,-1-1 1,0 0 0,1 1-1,-2-1 1,0-5 0,1 6 38,-1 1 0,-1-1 1,1 1-1,0-1 0,-1 1 1,1 0-1,-1 0 0,1 0 1,-1 0-1,0 0 0,0 0 1,0 0-1,-2-1 1,-35-23 51,25 17-170,1 2 178,0 0 0,-1 1 0,0 1 0,0 0-1,0 1 1,0 1 0,-1 0 0,1 1 0,-23-1-1,15 1 49,1-1 1,-1-1-1,-27-8 0,-136-41 802,152 43-735,0 1-1,-1 1 1,0 2 0,-47-2-1,51 4-1,1-1-1,-1-2 0,-33-13 0,30 10 215,-64-13-1,64 18-259,-42-5 340,-101-3 0,120 9-259,1-2-1,0-2 1,-100-30 0,61 14-708,27 7 340,21 5 150,-1 1-1,-58-4 1,87 14 17,0-1 0,1 0 0,-1-1 0,0-1 0,1 0 0,0-2 0,0 0 0,-18-9 0,9 3 36,0 1 0,-30-8 0,5 2-1,30 10-14,0 2-1,-37-5 0,15 3 10,33 7-38,1 0-1,-1 0 0,1 1 0,-1 0 1,1 1-1,0 0 0,-1 0 1,1 1-1,0 0 0,-14 8 0,9-5 9,-1-1 0,1 0-1,-18 3 1,9-4 10,12-3-15,0 0 0,0 1 0,0 1 0,1 0 0,-1 0 0,-14 8 0,10-4-1,1 0 6,-1 1 1,1 0-1,1 1 1,0 0-1,-15 14 0,25-21-18,1 0-1,0 1 0,0-1 0,0 0 1,1 1-1,-1 0 0,0-1 1,1 1-1,0 0 0,0 0 1,-1 0-1,2-1 0,-1 1 0,0 0 1,1 0-1,-1 1 0,1-1 1,0 0-1,0 0 0,0 0 0,0 0 1,1 0-1,-1 0 0,1 0 1,0 0-1,0 0 0,0 0 0,0 0 1,0-1-1,1 1 0,-1 0 1,1-1-1,3 5 0,29 35 120,70 68-1,-87-95-84,1-1 0,1 0 0,0-1 0,0-2 0,1 0 1,1 0-1,40 13 0,-2 6 49,-22-9-32,-15-9-82,-6-4 40,-1 0 1,1-1-1,1-1 0,20 6 0,-33-11-33,1 0 0,-1 0-1,0-1 1,1 0 0,-1 0 0,0 0 0,1 0 0,-1 0 0,0-1 0,1 0 0,-1 0 0,0 0 0,0-1-1,0 1 1,0-1 0,0 0 0,0 0 0,0 0 0,0-1 0,-1 1 0,0-1 0,4-4 0,1 0-85,-1-1 1,0 0-1,-1-1 1,0 0 0,-1 0-1,0 0 1,0 0 0,0-1-1,-2 0 1,4-11-1,-3 2-139,0 0 0,-2 0 0,0 0 0,-2-33 0,0 25 77,0 11-51,-1 0-1,0 1 0,0-1 1,-7-24-1,6 35 172,0 0 1,0 0-1,0 0 0,-1 0 0,0 0 1,0 1-1,0-1 0,0 1 1,-1 0-1,1 0 0,-1 0 1,0 0-1,-1 1 0,1 0 0,-1 0 1,1 0-1,-7-3 0,6 4 61,0-1 0,0 1 0,0 0 0,-1 0 0,1 1 0,-1 0-1,1 0 1,-1 0 0,1 1 0,-1-1 0,0 1 0,1 1 0,-1-1 0,1 1-1,-1 0 1,0 0 0,1 0 0,0 1 0,-1 0 0,1 0 0,0 1-1,0-1 1,0 1 0,0 0 0,1 0 0,-1 1 0,1-1 0,-8 9 0,2-1 28,1 1 1,0-1 0,0 1-1,1 1 1,1 0 0,0 0-1,1 0 1,0 1 0,-7 28-1,9-26-5,-17 85 234,21-100-267,-1 1 0,1-1 0,0 1 0,0-1 0,0 0-1,0 1 1,1-1 0,-1 1 0,0-1 0,1 0 0,-1 1-1,1-1 1,-1 0 0,1 1 0,-1-1 0,1 0 0,0 0-1,0 0 1,0 1 0,0-1 0,0 0 0,0 0 0,0 0-1,0-1 1,0 1 0,0 0 0,0 0 0,0 0 0,1-1-1,-1 1 1,0-1 0,1 1 0,-1-1 0,2 1 0,6 1 29,1 0 0,-1-1 0,1 0 0,12-1 0,8 2 78,26 9 136,-2 3-1,64 24 1,9 3 26,-120-39-250,228 58 508,-189-51-416,0-3 1,0-1-1,57-2 0,-86-3-90,-7 0 7,0 0-1,0 0 1,0-1 0,0 0 0,11-3 0,-20 3-48,1 1 1,-1-1-1,1 1 1,-1-1-1,1 0 1,-1 1-1,0-1 0,1 0 1,-1 0-1,0 0 1,0 0-1,0 0 1,0 0-1,0 0 1,0 0-1,0-1 1,0 1-1,0 0 1,0-1-1,-1 1 1,1-1-1,0 1 0,-1 0 1,1-1-1,-1 1 1,0-1-1,0 1 1,1-1-1,-1 0 1,0 1-1,0-1 1,0 1-1,-1-1 1,1 1-1,0-1 1,0 1-1,-1-1 0,1 1 1,-1-1-1,0-1 1,-1-1-19,0 0 0,-1 0 1,1 0-1,-1 0 0,1 1 0,-1-1 1,0 1-1,-1 0 0,1 0 0,-1 0 1,1 0-1,-1 0 0,0 1 0,0-1 1,0 1-1,-5-2 0,-14-5 127,-44-12-1,31 10-97,7 1 36,-1 1 0,1 2 0,-1 1-1,-1 1 1,1 2 0,-38 0 0,22 2 13,31 0-28,0 0 1,0 1-1,0 1 0,0 1 1,-18 3-1,31-4-15,-1 0 0,1 0 0,0 0 0,0 0 0,0 0 0,0 1 0,0-1 0,0 1 0,0-1 0,0 1 0,0 0 0,1-1 0,-1 1 0,1 0 0,-1 0 0,1 0 0,0 0 0,0 1 0,0-1 0,0 0 0,0 0 0,-1 4 0,0 5 11,1 0 1,-1 0 0,2 22 0,0-24-2,0 0-1,-1 0 0,1-1 1,-2 1-1,-2 12 1,1-12-2,0 0 0,-1 0 0,0 0 0,-1-1 0,0 0 0,0 0 0,-1 0 1,0 0-1,0-1 0,-1 0 0,0 0 0,0-1 0,0 0 0,-1 0 1,0-1-1,0 1 0,-12 4 0,109-25 148,9-7-49,83-22 66,-161 40-151,-1 0-1,1 0 0,0 2 0,25 0 1,5 0 23,-47 2-58,0 0-1,-1 0 1,1-1 0,-1 1-1,1-1 1,-1 0 0,1 0 0,-1 1-1,0-2 1,1 1 0,-1 0-1,0 0 1,0-1 0,1 1 0,-1-1-1,0 0 1,-1 1 0,1-1-1,0 0 1,0 0 0,-1 0 0,1 0-1,-1-1 1,0 1 0,0 0-1,2-4 1,4-7-159,-4 9 170,0 1 0,0-1-1,1 1 1,-1-1 0,1 1 0,0 0-1,-1 0 1,1 1 0,1-1 0,-1 1-1,0 0 1,1 0 0,-1 0 0,1 1-1,-1-1 1,1 1 0,0 0 0,7 0-1,13-1 15,-1 1 0,38 4 0,-19-1 5,-22-2-14,13 0 16,44 6-1,-66-4-15,-1 0 0,0 1 1,1 0-1,-1 1 0,0 1 0,-1-1 0,17 11 0,-16-9 0,0-1 1,-1 0-1,1-1 0,1 0 1,-1 0-1,1-1 1,-1-1-1,23 2 0,8-2 19,49-4-1,-19 0 9,-40 2-23,11-1 16,0 2 0,66 11-1,-93-9-15,1-1-1,-1 0 1,0-1-1,1-1 1,-1 0 0,1-2-1,-1 0 1,24-5-1,-31 4-49,-1 0-1,1 0 1,0 0-1,-1-1 1,0-1-1,0 1 1,0-1-1,-1-1 1,0 1-1,0-1 1,0-1-1,0 1 1,-1-1-1,0 0 1,-1-1-1,7-10 0,15-22-362,-20 32 281,-1-1 1,0 0-1,-1 0 0,0 0 0,4-12 0,-8 19 118,1-1 0,-1 0 1,0 1-1,1-1 0,0 1 0,0 0 0,-1-1 0,1 1 0,0 0 0,1 0 0,-1 0 0,0 0 0,1 1 1,-1-1-1,1 1 0,-1-1 0,1 1 0,0 0 0,0 0 0,-1 0 0,1 0 0,0 1 0,0-1 1,3 1-1,10-2 35,-1 2 1,1 0 0,23 2-1,-4 1-5,-33-3-22,1 0 0,0 0 0,-1 0 0,1 0 1,0 1-1,-1-1 0,1 1 0,0 0 0,-1 0 0,1 0 1,-1 0-1,0 0 0,1 1 0,-1-1 0,0 1 0,0-1 0,0 1 1,3 2-1,-4-2-1,-1-1 0,1 1 0,-1-1-1,1 1 1,-1-1 0,1 1 0,-1 0 0,0-1 0,0 1 0,0 0 0,0-1 0,0 1 0,0 0 0,0-1 0,0 1 0,-1-1-1,1 1 1,-1 0 0,1-1 0,-1 1 0,0-1 0,1 1 0,-1-1 0,0 0 0,0 1 0,0-1 0,0 0 0,0 1-1,-1-1 1,-1 1 0,-9 11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39:13.4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21194,'322'145'0,"1937"-145"0,-2580-145 0,-1939 145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39:27.1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4915,'0'8'181,"0"6"58,0-1 0,0 1 0,2-1 0,4 22 0,-5-31-179,1 0 0,0 1 1,0-1-1,0 0 0,0 0 1,1 0-1,-1 0 1,1 0-1,0-1 0,0 1 1,0-1-1,1 0 0,-1 0 1,1 0-1,0 0 0,0-1 1,5 3-1,-1 0 61,0 0-1,0 0 1,0 1-1,-1 0 1,0 0-1,0 1 1,11 13-1,-17-18-96,0 0-1,1-1 1,-1 1-1,0 0 1,0 0-1,0-1 1,0 1-1,0 0 1,-1 0-1,1 0 1,0 0-1,-1 0 0,0 0 1,1 0-1,-1 0 1,0 1-1,0-1 1,0 0-1,0 0 1,-1 0-1,1 0 1,0 0-1,-1 0 1,1 0-1,-1 0 1,0 0-1,0 0 1,0 0-1,0-1 1,0 1-1,0 0 1,0 0-1,-1-1 1,1 1-1,-1-1 1,1 1-1,-1-1 1,0 0-1,1 1 1,-1-1-1,-2 1 1,1-1 8,1 1 1,-1-1 0,1 0 0,-1 0-1,0 0 1,1-1 0,-1 1-1,0 0 1,0-1 0,0 0 0,-4 0-1,-11-2 11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39:35.9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 18 4915,'-3'3'77,"1"0"-1,0 1 1,0-1-1,0 1 1,0 0-1,1 0 1,-1 0-1,1 0 1,0 0-1,0 0 1,0 0-1,1 6 1,-1 50 444,1-58-499,0 0 0,1 0 0,-1 1 0,0-1 0,1 0 0,-1 0-1,1 0 1,0 0 0,0-1 0,0 1 0,0 0 0,0 0 0,0 0-1,0-1 1,3 3 0,-3-3 1,0 0 1,0 0-1,0 0 0,0-1 0,0 1 1,1-1-1,-1 1 0,0-1 0,1 1 0,-1-1 1,0 0-1,1 0 0,-1 1 0,0-1 1,1 0-1,-1 0 0,0-1 0,2 1 1,1-1-4,0 0 0,0 0 0,0-1 0,-1 1 0,1-1 0,0 0 0,-1 0 0,0 0 0,1 0 0,-1-1 0,0 0 0,0 1 0,-1-1 0,5-5 0,1-3-25,0-1 1,-1 0-1,0-1 0,-1 1 1,0-1-1,-1 0 0,0-1 1,4-24-1,-20 71 916,9-23-818,1 1 1,0-1 0,1 1 0,0 0 0,1 0 0,0-1-1,0 1 1,1-1 0,1 1 0,0-1 0,0 0 0,1 0-1,0 0 1,1 0 0,0-1 0,1 0 0,0 0 0,0 0-1,0-1 1,2 0 0,-1 0 0,13 10 0,-9-9-2,-8-6-14,1 1 0,0-1-1,1 0 1,-1 0 0,9 3 0,-12-5-68,0-1 1,0 1 0,0-1-1,0 0 1,0 0 0,0 0 0,1 0-1,-1 0 1,0 0 0,0 0-1,0 0 1,0 0 0,0 0-1,0-1 1,0 1 0,1 0-1,-1-1 1,0 1 0,0-1 0,0 1-1,0-1 1,-1 1 0,1-1-1,0 0 1,0 0 0,0 1-1,0-1 1,-1 0 0,1 0-1,0 0 1,0-2 0,6-8-58,0-2 0,-2 1 0,1-1 0,-2 0 1,1 0-1,-2 0 0,0 0 0,0-1 0,-2 1 0,1-26 0,-1 19 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40:05.6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17571,'79'243'0,"1214"-243"0,-1016-91 0,-1926-61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40:56.4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395 359 4915,'-1'-9'0,"-1"1"0,0 0 0,0 1 0,-1-1 0,0 0 0,-1 1 0,1-1 0,-1 1 0,-1 0 0,1 0 0,-1 1 0,-7-8 0,-6-10 0,-8-9 0,-2 0 0,-49-45 0,37 39 0,34 34 71,0 0 1,0 0-1,0 1 0,-1 0 1,1 0-1,-1 1 0,0-1 1,0 2-1,0-1 0,-1 1 1,-13-3-1,19 5-50,0 0 0,0-1 0,-1 1 0,1 0 0,0 0 0,0 0 0,0 0 0,0 1 0,0-1 0,-1 0 0,1 1 0,0 0 0,0-1 0,0 1 0,0 0 0,0 0 1,1 0-1,-1 0 0,0 1 0,0-1 0,1 0 0,-1 1 0,0-1 0,1 1 0,0 0 0,-1-1 0,1 1 0,0 0 0,0 0 0,0 0 0,0 0 0,0 0 0,0 0 0,1 0 0,-1 0 0,1 0 0,-1 0 0,1 0 0,0 0 0,0 1 0,0-1 0,0 0 0,0 0 0,1 4 0,0 2 90,0 0-1,0 1 0,1-1 1,0 0-1,1 0 0,-1-1 1,2 1-1,5 10 0,40 57 790,-8-13-195,-36-54-588,0 1 0,0-1 0,1 0-1,0-1 1,0 0 0,1 0 0,11 10 0,-12-13-38,-1-1 0,1 1 0,0-1 0,0-1 1,0 1-1,0-1 0,0 0 0,0-1 0,1 1 1,-1-1-1,0 0 0,9 0 0,-2-1 39,-1-1 0,0 0 0,0 0 0,0-1 0,0-1 0,0 0 0,0 0-1,0-1 1,17-9 0,-22 9-117,-1 1 0,1-1 0,-1 0 1,-1-1-1,1 0 0,0 0 0,-1 0 0,0 0 0,0-1 0,-1 0 0,0 0 0,0 0 0,0 0 0,0-1 0,-1 1 0,0-1 1,3-11-1,-6 14-26,1 1 0,0-1 0,-1 0 0,1 1 0,-1-1 0,0 1 0,-1-1 0,1 0 0,0 1 0,-1-1 0,0 1 0,0-1 0,0 1 0,0-1 0,-1 1 0,1 0 0,-4-6 0,1 4 8,0 0 0,0 1 0,0-1-1,-1 1 1,0 0 0,1 1 0,-1-1 0,-1 1 0,-10-6 0,5 4 73,-1 1 1,0 0-1,0 0 1,0 1-1,-1 0 0,1 2 1,-1-1-1,1 1 1,-25 2-1,33-1-29,1 1 1,0 0-1,-1 0 0,1 0 0,0 0 0,0 0 0,-1 0 1,1 1-1,0 0 0,0 0 0,1-1 0,-1 2 0,0-1 1,1 0-1,-1 0 0,1 1 0,-4 5 0,3-3 14,0 0 0,0 1 0,0-1 0,1 1 0,0 0 0,0-1 0,1 1 0,0 0 0,-2 11 0,3-8 27,-1 1 0,1-1 0,1 1 0,-1-1 0,2 1 1,-1-1-1,1 1 0,1-1 0,0 0 0,0 0 0,1 0 0,9 16 0,-11-21-44,0-1 0,1-1 0,-1 1 1,1 0-1,0 0 0,-1-1 0,1 0 0,0 1 0,1-1 0,-1 0 1,0-1-1,1 1 0,-1 0 0,1-1 0,-1 0 0,1 0 0,0 0 1,-1 0-1,1-1 0,0 1 0,5-1 0,-3-1-4,0 1-1,-1-2 1,1 1-1,0 0 1,-1-1 0,1 0-1,-1-1 1,1 1-1,-1-1 1,0 0-1,0 0 1,9-8 0,23-16 147,-29 22-183,0-1 1,0 0-1,-1 0 1,0 0-1,0-1 1,-1 0-1,1 0 1,-2 0-1,9-14 1,-1-2-162,-3 6 19,-1 0 0,12-31 0,-19 42 121,-1 0 0,1 0 0,-1 1 0,0-1 1,0 0-1,-1 0 0,0 0 0,0 0 0,-1 0 0,1 0 0,-1 0 1,0 0-1,-3-7 0,3 11 43,0-1 1,0 1-1,0 0 1,0 0-1,0 0 1,-1-1-1,1 1 0,-1 1 1,0-1-1,1 0 1,-1 0-1,0 1 1,0-1-1,0 1 1,0-1-1,0 1 1,0 0-1,-1 0 1,1 0-1,0 0 0,-1 0 1,1 0-1,0 1 1,-1-1-1,1 1 1,-1 0-1,1 0 1,-1 0-1,-2 0 1,1 0 22,0 1 1,0-1 0,1 1-1,-1 0 1,0 0 0,1 0 0,-1 1-1,1-1 1,0 1 0,-1 0-1,1 0 1,0 0 0,0 0 0,0 1-1,0-1 1,0 1 0,1 0 0,-4 4-1,-2 7 51,1 1 1,1 0-1,1 0 0,0 0 0,1 1 0,0 0 1,-1 17-1,-7 27 186,8-43-164,0 0-1,1 1 1,1-1 0,1 1-1,1 26 1,0-39-68,0 1 0,1 0 0,0-1 1,0 1-1,1-1 0,0 1 0,-1-1 0,2 0 1,-1 0-1,1 0 0,0 0 0,0 0 1,0 0-1,0-1 0,1 1 0,0-1 0,0 0 1,0 0-1,0-1 0,7 5 0,6 3 133,-5-4-44,1 1-1,-1-1 1,26 9-1,-33-15-96,-1 1 0,1-1 0,0-1 0,-1 1 0,1-1 0,0 0 0,0 0 0,-1 0 0,1 0 0,0-1 0,-1 0 0,1 0 0,0 0 0,-1-1 1,9-3-1,-4 0-49,1 0 0,-1-1 0,-1 0 0,1 0 0,-1 0 0,0-1 1,0-1-1,-1 1 0,0-1 0,-1-1 0,0 1 0,0-1 0,0 0 1,4-11-1,-5 4 62,-5 16-34,0-1 1,1 1 0,-1-1 0,0 0 0,0 1-1,0-1 1,0 1 0,1-1 0,-1 0-1,0 1 1,1-1 0,-1 1 0,0-1 0,1 1-1,-1-1 1,1 1 0,-1 0 0,1-1-1,-1 1 1,1-1 0,-1 1 0,1 0 0,-1-1-1,1 1 1,0 0 0,-1 0 0,1 0-1,-1-1 1,1 1 0,0 0 0,-1 0 0,1 0-1,-1 0 1,1 0 0,0 0 0,-1 0-1,1 0 1,0 0 0,-1 0 0,1 1 0,-1-1-1,1 0 1,1 1 0,19-1 65,0 0 0,0 2 0,0 1 0,0 0 0,0 2 0,0 0 0,-1 2 0,21 9 1,-29-12-26,0 1 0,0-1 1,0-1-1,0 0 0,0-1 1,1 0-1,19 0 0,89-7 290,-78-1-139,45-12 1,-24 4-11,-61 13-178,33-6 168,0 1 1,56-1-1,-80 6-135,-1 1 1,0 0-1,0 1 1,1 1-1,-1-1 1,0 2-1,0-1 1,-1 2-1,21 8 1,-11-2 39,0-1 0,0 0 0,37 10 1,-51-18-76,0 0 0,0 1 0,0-2 1,1 1-1,-1-1 0,0 0 0,1 0 1,-1-1-1,0 0 0,0 0 0,1 0 1,-1-1-1,0 0 0,0 0 0,-1 0 1,1-1-1,8-5 0,-1 0 4,1 1-1,0 0 0,1 1 0,21-6 1,17-7 55,-27 9-22,0 2 0,41-7 0,-40 9-2,-1 0 0,43-16 0,-57 17-24,0-1 0,0 0 0,0 0 0,18-15 0,54-31-160,-77 47 125,0 0 0,0 0 0,0 0 0,0 1 0,1 1 0,0-1 0,-1 1 0,1 1 0,0-1 0,15-1 0,-19 3 21,-1 1 1,1 0-1,-1 0 0,0 1 0,1-1 1,-1 1-1,1 0 0,-1 0 0,0 0 1,0 0-1,1 0 0,-1 1 0,0-1 1,0 1-1,-1 0 0,1 0 0,0 0 1,0 0-1,-1 1 0,0-1 1,1 1-1,-1-1 0,0 1 0,0 0 1,0 0-1,-1 0 0,1 0 0,1 6 1,-2-7-3,0 0 0,-1 0 1,1 0-1,-1 0 1,0 0-1,1 0 1,-1 0-1,0 0 1,0 0-1,-1 0 0,1 0 1,0 0-1,-1 0 1,1 0-1,-1 0 1,1 0-1,-1 0 0,0-1 1,0 1-1,0 0 1,0 0-1,0-1 1,-1 1-1,1 0 1,0-1-1,-1 1 0,-2 1 1,-6 6 16,-1-1 0,0 0 1,-17 9-1,0 0 7,20-12-15,0 0 0,0-1 0,0 0 0,0 0 0,-10 2 0,88-42 16,-9 4-137,-39 20-55,0-1 1,-1-1 0,21-17-1,-23 16 138,1 0 0,0 2 0,32-16-1,-50 29 20,0-1 0,0 0 0,0 0-1,0 0 1,0 0 0,-1 0-1,1 0 1,0-1 0,-1 1-1,1-1 1,0 1 0,-1-1 0,0 1-1,1-1 1,-1 0 0,0 0-1,0 0 1,0 1 0,0-1 0,1-4-1,-2 4-15,0 0-1,0 0 0,0 0 1,0 0-1,0 0 1,-1-1-1,1 1 0,-1 0 1,0 0-1,1 0 1,-1 0-1,0 1 0,0-1 1,0 0-1,0 0 0,-1 0 1,-1-1-1,-1-3 4,-1 1 1,0 1-1,0-1 0,-1 1 0,1 0 0,-1 0 0,0 0 0,0 1 1,-1 0-1,1 0 0,-11-3 0,-1 3 26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41:19.5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2672 631 4915,'12'14'313,"-1"1"1,0 0-1,-2 0 0,0 1 0,10 22 1,-1-2-21,13 36 316,-28-66-520,-1 1 0,0 0 1,-1-1-1,1 1 0,-1 0 0,-1 0 0,1 0 0,-2 13 0,1-17-59,-1-1 0,0 0 0,0 0 0,0 0 0,0 0 0,0 0 0,0 0 0,0-1 0,-1 1 0,1 0 0,-1 0 0,1-1 0,-1 1 0,0-1 0,1 0 0,-1 1 1,0-1-1,0 0 0,0 0 0,0 0 0,0 0 0,0 0 0,0-1 0,-1 1 0,1-1 0,0 1 0,0-1 0,0 0 0,-1 0 0,-2 0 0,3 0-22,-1 0 1,1 0-1,-1 0 1,1 0-1,-1-1 1,1 1-1,0-1 1,-1 0-1,1 1 1,0-1-1,0 0 1,-1 0-1,1 0 1,0-1-1,0 1 1,0-1-1,0 1 1,1-1-1,-1 1 1,0-1-1,1 0 1,-1 0-1,1 0 1,-1 0-1,1 0 1,0 0-1,0 0 1,-1-3-1,1 0-21,0 1 0,1-1-1,0 1 1,0-1 0,0 1 0,0-1-1,0 1 1,1-1 0,0 1-1,0-1 1,0 1 0,1 0 0,2-7-1,5-5-8,0-1 0,12-15-1,-12 19-38,0 0 0,11-25 0,-19 35 58,0 1 1,0 0-1,0 0 0,0 0 0,-1 0 0,1-1 0,-1 1 0,1 0 1,-1-1-1,0 1 0,0 0 0,0-1 0,0 1 0,-1 0 1,1-1-1,0 1 0,-1 0 0,0-1 0,1 1 0,-1 0 1,0 0-1,0 0 0,-3-4 0,0 2 61,-1-1 0,0 1 0,0 1 0,-1-1 0,1 1 0,-1 0 0,-8-4 0,-10-9 207,22 14-227,0 0 1,-1 0-1,0-1 1,0 2-1,1-1 0,-1 0 1,0 1-1,-1-1 1,1 1-1,0 0 0,0 0 1,0 0-1,-1 0 1,-3 0-1,7 1-26,-1 1 0,1-1 0,0 0 0,-1 1 0,1-1 0,0 0 0,-1 1 0,1-1 0,0 0 0,-1 1 0,1-1 0,0 1 0,0-1 0,-1 1 0,1-1-1,0 1 1,0-1 0,0 1 0,0-1 0,0 1 0,0-1 0,0 1 0,0-1 0,0 1 0,0-1 0,0 1 0,0-1 0,0 1 0,0-1 0,0 1 0,0-1 0,0 1 0,1 0 0,7 23 166,-5-17-104,-2 0-13,1-1 0,1 1 0,-1-1-1,1 1 1,0-1 0,1 0 0,-1-1-1,1 1 1,1 0 0,-1-1 0,7 6-1,-7-8-12,1 1 0,-1-2-1,1 1 1,0 0-1,0-1 1,0 0 0,0 0-1,0-1 1,1 1-1,-1-1 1,0 0 0,1-1-1,-1 1 1,10-1-1,-3 0 27,0 0 38,0 0-1,1 0 0,-1-2 0,15-2 0,-26 4-111,1 0-1,-1-1 1,1 1-1,-1 0 1,1-1-1,-1 1 1,0-1-1,1 1 1,-1-1-1,0 0 0,1 0 1,-1 0-1,0 0 1,0 0-1,1 0 1,-1 0-1,0 0 1,0 0-1,0 0 1,-1 0-1,1-1 1,0 1-1,0 0 0,-1-1 1,1 1-1,0-1 1,-1 1-1,0-1 1,1 1-1,-1-1 1,0 1-1,0-1 1,0 1-1,0-1 1,0 1-1,0-1 0,0 1 1,0-1-1,-1 1 1,1-1-1,0 1 1,-2-2-1,1 0 16,0 1-1,-1 0 1,1 0-1,-1 1 1,0-1-1,1 0 1,-1 0-1,0 1 1,0-1-1,0 1 1,0 0-1,0 0 1,-1-1-1,1 1 1,0 0-1,0 1 1,-1-1-1,1 0 1,-1 1-1,1-1 1,0 1-1,-1 0 1,-2 0-1,-3-1 36,0 1-1,0 0 1,0 1-1,0-1 1,0 1-1,-8 3 1,13-3-28,-1 0-1,1 0 1,-1 1 0,1-1-1,0 1 1,0 0 0,0 0-1,0 0 1,0 1 0,0-1-1,1 1 1,-1-1 0,1 1-1,0 0 1,-1 0 0,-1 5-1,1-2 13,1-1 1,-1 1-1,1 0 0,1 0 0,-1 0 0,1 0 1,0 0-1,1 0 0,-1 9 0,2-5 35,-1 1-1,2 0 0,-1-1 1,1 1-1,1-1 0,0 1 1,0-1-1,1 0 1,1 0-1,-1-1 0,8 12 1,-11-20-59,0 1 1,0-1-1,0 0 1,-1 0-1,1 1 1,0-1-1,0 0 1,1 0-1,-1 0 1,0 0-1,0-1 1,0 1-1,1 0 1,-1 0-1,0-1 1,1 1-1,-1-1 1,0 1-1,1-1 1,-1 1-1,1-1 1,1 0-1,-2 0-10,0-1 0,1 1-1,-1-1 1,0 1-1,0-1 1,0 1-1,1-1 1,-1 0-1,0 0 1,0 0 0,0 0-1,0 0 1,-1 1-1,1-2 1,0 1-1,0 0 1,0 0-1,-1 0 1,2-2-1,0-3-44,1 0 0,-1 0-1,0-1 1,0 1 0,0-1-1,-1 1 1,0-1 0,-1-11-1,0 11-11,-1 0-1,0 0 1,-1 0 0,1-1-1,-1 2 1,-1-1 0,1 0-1,-1 0 1,-1 1-1,-7-12 1,-2 1-114,0 1 1,-22-20-1,23 24 49,1 1 0,0-1 0,1-1 0,0 0 0,-13-24-1,19 29 96,0 0-1,-1 0 0,0 0 1,0 0-1,-1 1 0,0 0 0,0 0 1,-1 0-1,0 1 0,-10-8 1,13 12 51,1 0 1,-1 0 0,0 0 0,0 1-1,0-1 1,0 1 0,0 0-1,0 0 1,0 1 0,0-1 0,-1 1-1,1 0 1,0 0 0,0 0 0,0 0-1,0 1 1,-1 0 0,1 0-1,0 0 1,0 0 0,0 0 0,1 1-1,-1 0 1,0 0 0,-5 3 0,3 0 23,0 0 1,1 0 0,-1 0 0,1 1 0,1 0 0,-1 0 0,1 0 0,0 0 0,0 1 0,0 0 0,1 0 0,0 0 0,1 0 0,-1 0 0,-1 10-1,-1 8 129,1 1 0,1-1 0,1 32-1,0-24 3,1-11-31,1-1-1,2 24 0,-1-40-105,0 1-1,0-1 1,0 1-1,1-1 0,-1 1 1,2-1-1,-1 0 1,0 0-1,1 0 0,0 0 1,0 0-1,7 7 1,0-1 65,7 7 132,0-1 0,38 28 0,-49-41-193,-1 0 1,1-1 0,-1 0 0,1 0 0,0 0 0,1-1 0,-1 0-1,0 0 1,1-1 0,-1 1 0,1-2 0,-1 1 0,1-1-1,-1 0 1,14-1 0,-19 1-48,1-1 1,-1 1-1,1-1 0,-1 1 1,1-1-1,-1 1 0,0-1 1,1 0-1,-1 0 0,0 0 0,0 0 1,1 0-1,-1 0 0,0 0 1,0 0-1,0 0 0,0-1 0,0 1 1,0 0-1,0-2 0,1-1-33,-1 0 1,0 0-1,1 0 0,-1 0 0,-1 0 0,1 0 0,0-7 0,-2-3-119,1 0 1,-2 0-1,-4-21 1,3 19 64,-1 0 1,-1 1-1,0-1 1,-1 1 0,-1 1-1,0-1 1,-1 1 0,0 0-1,-1 1 1,-21-23-1,23 28 119,0 2-1,-1-1 0,0 1 0,0 0 0,-1 1 1,0 0-1,0 0 0,0 1 0,0 0 0,0 1 1,-1 0-1,0 0 0,-15-1 0,-59-15 314,43 8-45,-59-6 0,74 13-148,-40-11 1,37 7 22,-37-4 0,58 11-138,0 0 0,0 1 0,0 0 0,0 0-1,0 1 1,0 0 0,1 1 0,-1-1 0,-11 5 0,16-5-21,0 1 0,0-1 0,1 1 0,-1 0 0,0 0 0,1 0 0,-1 0 1,1 0-1,-1 0 0,1 1 0,0-1 0,0 1 0,0 0 0,0 0 1,1-1-1,-1 1 0,1 0 0,0 0 0,0 1 0,0-1 0,0 0 0,0 4 1,-1 7 55,1 1 0,0 0 1,3 28-1,-1-30-14,0-1 1,-1 1-1,0-1 0,-3 16 0,1-17 6,1-6-41,1-1 0,-1 0-1,0 0 1,0 0 0,0 0-1,0 0 1,-1-1 0,1 1-1,-1 0 1,0 0 0,0-1-1,-4 5 1,3-8 81,5-5-27,10-6 21,5 7-26,0 0-1,1 1 1,-1 1 0,1 1 0,-1 0-1,1 2 1,19 2 0,16-1 121,-40-2-135,9 0 37,-1 0-1,1-1 1,37-8-1,-54 8-124,0 0 0,0 0 0,0-1 0,0 0 0,0 0 0,-1 0 1,1-1-1,-1 1 0,0-1 0,1 0 0,-1 0 0,-1-1 0,1 1 0,0-1 0,-1 0 0,0 0 0,0 0 0,0 0 0,0-1 0,-1 1 0,4-8 1,-6 11 31,1-1 1,-1 1-1,0 0 1,0 0 0,0 0-1,0 0 1,0 0-1,0-1 1,0 1 0,0 0-1,0 0 1,0 0-1,-1 0 1,1 0 0,0 0-1,-1 0 1,1 0-1,-1-1 1,1 1 0,-1 1-1,0-1 1,0-1-1,-2-1 5,1 0 0,-1 0 0,0 1 0,0 0 0,0 0 0,0-1 0,-4 0 0,-5-3 26,0 0-1,-25-6 1,10 4 24,1-1 1,0-2-1,-33-17 1,26 11 47,20 11-209,0-1 1,0 0-1,0-1 0,1 0 0,1-1 1,-1 0-1,-19-21 0,7 2-371,-1 2 0,-1 0 0,-56-40-1,-99-50-478,142 91 508,-37-33 0,49 36 112,-1 1-1,-1 2 0,-42-23 0,-119-46-242,176 83 653,1 2 1,-1 0-1,1 0 0,-1 1 0,0 1 0,0 1 0,0 0 0,0 0 1,1 1-1,-1 1 0,-15 4 0,26-5-53,-1 1-1,1-1 1,-1 1 0,1 0 0,0 0 0,0 0-1,0 1 1,0-1 0,0 1 0,0 0-1,1 0 1,-1 0 0,1 0 0,0 0-1,0 0 1,0 1 0,0-1 0,1 1 0,-1-1-1,1 1 1,0 0 0,0-1 0,0 1-1,0 5 1,-2 12 90,2 0 0,0-1 0,2 29-1,0-23 0,16 184 921,-12-161-835,-3-24-20,1 0 1,1 0 0,13 43-1,-3-19 120,-11-36-204,0 0-1,2 0 1,-1 0 0,9 15 0,-11-24-68,1 0-1,-1-1 1,1 1 0,0-1-1,0 0 1,0 0 0,0 0-1,0 0 1,1 0 0,-1-1 0,1 1-1,0-1 1,0 0 0,0 0-1,0-1 1,0 1 0,7 1-1,38 5 201,-35-6-115,0 0 1,-1 1-1,0 1 0,15 5 0,-13-3-29,124 46 601,-122-47-587,-1-1 1,1-1-1,0-1 0,-1 0 1,1-1-1,30-2 0,-44 1-100,0-1-1,0 0 1,0 0 0,1 0-1,-1 0 1,0 0-1,0-1 1,-1 1 0,1-1-1,0 0 1,0 0-1,-1 0 1,1 0-1,-1-1 1,0 1 0,1 0-1,-1-1 1,0 0-1,-1 1 1,3-4 0,3-8-189,-1 1 1,0-1 0,5-18-1,-2 2-125,-9 30 319,31-92-978,-28 81 875,-1 1 0,0-1-1,0 1 1,-1-1 0,-1 0 0,0 1 0,-1-13 0,0 20 90,0 0 0,1 0 0,-1 0 0,0 0 0,-1 0 0,1 0 0,0 1 0,-1-1 0,0 0 0,1 1 0,-1-1 0,0 1 0,-1-1 0,1 1 0,0 0 0,0 0 0,-1 0 0,0 0 0,1 1 0,-1-1 0,0 1 0,1-1 0,-1 1 0,0 0 0,0 0 0,0 0 0,-6 0 0,-7-2 79,-1 2 0,1 0 0,0 1 0,-21 3-1,5-1-34,15-2 17,-25 1 127,-57 8 1,87-7-142,0 0 1,0 1-1,1 0 0,0 1 1,-1 1-1,1 0 0,0 0 0,1 1 1,-16 11-1,24-15-24,0 0 1,0 0-1,0 0 0,1 1 1,-1-1-1,0 1 1,1-1-1,-1 1 1,1 0-1,0-1 0,0 1 1,0 0-1,1 0 1,-1 0-1,0 0 0,1 0 1,0 0-1,0 0 1,0 0-1,0 0 0,0-1 1,1 1-1,-1 0 1,1 0-1,0 0 0,0 0 1,0 0-1,1 3 1,3 6 28,1 0 1,0 0 0,1-1 0,1 1 0,8 10-1,-2-5 51,1 1-1,1-2 1,26 22-1,-31-33-52,0 0-1,1 0 0,-1-1 1,1 0-1,0-1 0,0-1 0,0 1 1,16-1-1,-16 0 3,6 0 15,1 0 1,-1 1-1,0 1 0,0 1 0,0 1 1,0 0-1,-1 1 0,0 1 1,-1 1-1,18 11 0,-8 0 57,1-1-1,1-2 0,1 0 1,56 22-1,-85-39-110,1 1 0,0-1 0,0 1 1,-1-1-1,1 0 0,0 1 0,0-1 0,0 0 0,-1 0 0,1 0 0,0 0 1,0 0-1,0 0 0,0 0 0,0 0 0,-1 0 0,1 0 0,0 0 0,0 0 1,0 0-1,0-1 0,-1 1 0,1 0 0,0-1 0,0 1 0,0-1 0,-1 1 1,1-1-1,0 0 0,0 0-19,-1 0 0,0-1 0,0 1 0,1 0 0,-1 0 0,0-1 0,0 1-1,-1 0 1,1-1 0,0 1 0,0 0 0,-1-1 0,1 1 0,0 0 0,-1 0 0,0-2 0,-4-6-127,1 0 1,-1 0-1,-12-15 1,11 17 125,0-1 0,0 2 0,-1-1 0,0 1 0,0 0 0,-1 1 0,0-1 0,1 2 0,-2-1 0,1 1 0,-1 0 0,-16-5 0,-26-10-551,2-2 0,-49-28 0,42 20 95,-80-28 499,119 49-12,0 0 0,0-1 0,-23-17 1,23 14-4,-1 0 0,-29-12 1,1 5 158,-1 3 1,0 1 0,-67-10-1,62 14-76,-55-20-1,73 19-43,0 2 1,0 2-1,-1 1 1,-69-5-1,69 10 49,0-2-1,0-1 1,-42-13-1,38 9 53,-78-9 0,97 16-125,12 1-8,0 0 0,-1 0 1,1 1-1,0 1 0,0-1 0,-1 1 0,-14 4 0,22-4-11,0-1 1,0 1-1,0 0 0,0 0 0,0 0 0,0 0 1,0 0-1,0 0 0,0 0 0,0 0 0,0 0 0,1 1 1,-1-1-1,1 0 0,-1 0 0,1 1 0,-1-1 1,1 0-1,0 1 0,0-1 0,-1 1 0,1-1 0,0 0 1,0 1-1,0-1 0,1 1 0,-1-1 0,0 0 1,0 1-1,1-1 0,-1 0 0,1 1 0,-1-1 0,1 0 1,0 0-1,0 2 0,2 4 19,1 0-1,0 0 1,0 0-1,9 11 1,42 33 112,0 0 4,-21-13-47,-13-15 12,19 26-1,-35-44-87,-1 0 1,1 0-1,-1 0 0,1-1 1,1 1-1,-1-1 0,1-1 0,-1 1 1,1-1-1,0 0 0,0 0 0,0-1 1,1 0-1,-1 0 0,1 0 0,10 1 1,24 8 68,-40-11-81,1 0 0,-1 1 1,1-1-1,0 1 0,-1-1 0,1 1 1,-1 0-1,1 0 0,-1-1 0,1 1 1,-1 0-1,0 0 0,0 1 1,1-1-1,-1 0 0,0 0 0,0 1 1,0-1-1,0 0 0,0 1 0,-1-1 1,1 1-1,0-1 0,0 3 0,-1-2 3,0 0-1,0 0 1,0 0-1,-1 0 0,1 0 1,-1 0-1,1 0 0,-1 0 1,0 0-1,0 0 1,1 0-1,-1 0 0,-1-1 1,1 1-1,0 0 0,-3 2 1,0 1 7,-1 0 0,0-1 1,0 1-1,0-1 1,0 0-1,-1 0 0,0-1 1,1 0-1,-1 0 0,-1 0 1,-9 2-1,-35-2 93,199-6 248,-49-16-141,-59 11-174,-19 4-40,-1 0 0,35 0 0,-43 3 0,0 1 0,0 1 0,0 0 0,0 0 0,0 1 0,-1 1 0,1 0 0,0 1 0,11 5 0,82 29 0,-93-31 0,0-2 0,1 1 0,0-2 0,0 1 0,0-2 0,0 0 0,0 0 0,1-2 0,26 1 0,-23-2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41:50.8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748 255 4915,'-5'6'214,"-1"1"0,1 0 1,1 0-1,-8 14 0,-16 23 275,16-31-272,1 1 0,0 1 0,0 0 1,-8 19-1,16-29-159,1 0 0,-1 0 0,1 0 0,1 0 0,-1 1 0,1-1 0,0 1 1,0-1-1,0 1 0,1 0 0,0-1 0,0 1 0,0-1 0,1 1 0,0 0 1,0-1-1,3 9 0,-3-11-23,1-1 0,0 0 1,-1 0-1,1 0 0,0 0 0,0 0 1,0-1-1,0 1 0,1-1 0,-1 1 1,0-1-1,1 0 0,-1 0 0,1 0 1,-1 0-1,1 0 0,-1-1 0,1 1 1,-1-1-1,1 1 0,0-1 0,-1 0 1,1 0-1,3-1 0,1 1 45,0 0-1,0-1 0,0 1 1,0-2-1,0 1 0,0-1 1,13-5-1,-13 3-92,0 0 1,0-1-1,-1 0 0,0 0 0,0 0 0,0-1 0,0 0 1,-1 0-1,0 0 0,0-1 0,-1 1 0,0-1 0,0 0 1,0 0-1,3-12 0,-3 5-34,0-1 0,-1 1 0,0-1 0,-1 1 0,-1-1 0,-1 0 0,-1-23 0,-1 28 13,1 1 1,-1 0-1,-1-1 1,0 1-1,0 0 1,0 1-1,-1-1 1,-1 1-1,0-1 1,0 1-1,0 0 1,-1 1-1,-7-8 1,-11-10-40,-2 2 0,-36-26 0,18 15-17,36 26 115,-2 1 0,1 0 0,-1 1-1,0 0 1,0 0 0,-13-4-1,20 9 1,1 0 0,-1 0-1,1 1 1,-1-1 0,0 1-1,1 0 1,-1 0-1,1 0 1,-1 0 0,0 0-1,1 0 1,-1 1 0,1-1-1,-1 1 1,1 0-1,-1 0 1,1 0 0,-1 0-1,1 0 1,0 0 0,0 0-1,-1 1 1,1 0-1,0-1 1,0 1 0,1 0-1,-1 0 1,0 0 0,0 0-1,1 0 1,0 0-1,-1 0 1,0 4 0,-5 7 127,1 1 0,1 0 1,0 0-1,-3 19 0,6-22-38,0 0 0,-1-1 0,0 1-1,-1-1 1,0 0 0,-1 0 0,0 0 0,0-1-1,-12 16 1,-5-4 170,0 0 1,-1-2-1,-1-1 0,-1-1 1,0 0-1,-1-2 0,-40 16 1,39-19 57,1 2 0,1 0 0,-41 31 0,64-44-318,1 0-1,0 0 1,0 0-1,0 0 0,-1 0 1,1 1-1,0-1 0,1 0 1,-1 1-1,0-1 1,0 1-1,0-1 0,1 1 1,-1-1-1,1 1 1,-1-1-1,1 1 0,0 0 1,0-1-1,0 1 0,-1 0 1,1-1-1,1 4 1,0-2 6,0-1 1,0 1 0,0 0 0,0 0 0,1-1 0,-1 1 0,1-1 0,0 1-1,0-1 1,0 0 0,0 0 0,3 3 0,2 1 47,0-1 0,0 1 1,1-1-1,0-1 0,0 0 1,0 0-1,17 5 0,-3-5 141,1-1 0,1-1 0,-1-1 0,37-4 0,-2 1 375,-48 2-520,1 0 1,-1-1-1,1-1 1,-1 0-1,0 0 1,0-1-1,0 0 1,0-1 0,0 0-1,-1-1 1,0 0-1,0 0 1,0-1-1,0 0 1,-1 0-1,0-1 1,0 0-1,-1-1 1,0 0 0,7-10-1,-10 12-142,-1 0-1,0-1 1,0 1-1,0-1 1,-1 1-1,0-1 1,0 0 0,-1 0-1,1-11 1,-2-67-503,-2 54 309,2 28 240,0 0 0,-1 0 0,0 0 0,1 0 0,-1 0 0,-1 1 0,1-1 0,0 0 0,-1 0 0,1 1 0,-1-1 0,0 1 0,1-1 0,-1 1 0,-1 0 0,1 0 0,-4-3 0,5 3 27,-1 1 0,1 0 1,-1 0-1,1 1 1,-1-1-1,0 0 0,1 0 1,-1 1-1,0-1 0,1 1 1,-1-1-1,0 1 0,0 0 1,1 0-1,-1 0 1,0 0-1,0 0 0,1 0 1,-1 0-1,0 1 0,0-1 1,1 1-1,-1-1 0,0 1 1,1 0-1,-1-1 1,0 1-1,1 0 0,-1 0 1,1 0-1,-3 3 0,2-2 7,0 1-1,0 0 0,0 0 0,0 0 0,0 0 0,1 0 1,0 0-1,-1 0 0,1 1 0,0-1 0,1 0 0,-1 1 1,0-1-1,1 7 0,2 58 130,0-41-69,-2-18-44,4 38 77,-4-45-100,0-1 1,0 1 0,0-1 0,0 0 0,1 1 0,-1-1 0,1 1 0,-1-1-1,1 0 1,-1 1 0,1-1 0,0 0 0,0 0 0,-1 1 0,1-1 0,0 0-1,0 0 1,0 0 0,0 0 0,1 0 0,-1 0 0,0 0 0,0-1-1,1 1 1,0 0 0,-1-1-9,-1 0-1,1 0 1,0 0-1,-1 0 0,1 0 1,-1 0-1,1-1 1,-1 1-1,1 0 0,-1 0 1,1-1-1,-1 1 1,1 0-1,-1-1 1,0 1-1,1-1 0,-1 1 1,1 0-1,-1-1 1,0 1-1,1-1 1,-1 1-1,0-1 0,0 1 1,1-1-1,-1 1 1,0-1-1,0 0 1,0 1-1,0-1 0,0 0 1,5-24-217,-5 19 165,1 0 10,0 0-1,0 0 0,0 0 0,1 0 0,0 1 0,0-1 0,1 1 0,4-9 0,-6 13 51,1-1 1,0 0 0,-1 1-1,1-1 1,0 1 0,0-1-1,-1 1 1,1 0-1,0 0 1,0-1 0,1 2-1,-1-1 1,0 0 0,0 0-1,0 1 1,1-1-1,-1 1 1,0 0 0,0-1-1,1 1 1,-1 0 0,0 1-1,1-1 1,-1 0-1,3 1 1,49 16 142,-45-13-112,1-1 1,-1 0-1,1 0 1,18 2-1,0-6 39,16 1 19,-42 0-87,0 0 1,0 1-1,0-1 0,0 0 1,0 1-1,0-1 0,0 1 1,0 0-1,0 0 0,0 0 1,0 0-1,0 0 1,-1 0-1,1 0 0,1 2 1,-2-2-3,0 0 0,-1 0 1,1 0-1,-1 0 0,0 0 1,1 0-1,-1 0 1,0 0-1,0 0 0,1 0 1,-1 1-1,0-1 1,0 0-1,0 0 0,0 0 1,-1 0-1,1 0 0,0 0 1,0 0-1,-1 0 1,1 1-1,0-1 0,-1 0 1,1 0-1,-1 0 0,0 0 1,1-1-1,-1 1 1,0 0-1,1 0 0,-1 0 1,-1 1-1,-36 30 110,24-21-69,11-7-34,0-1 1,0 0-1,0 1 1,1 0-1,-1-1 1,1 1-1,0 0 1,0 0-1,-1 6 0,2-9-7,1 0-1,-1 0 0,1 0 1,0 0-1,0 1 0,-1-1 0,1 0 1,0 0-1,0 1 0,0-1 1,0 0-1,0 0 0,1 0 0,-1 1 1,0-1-1,1 0 0,-1 0 1,0 0-1,1 0 0,-1 1 0,1-1 1,0 0-1,-1 0 0,1 0 1,0 0-1,0 0 0,-1-1 0,1 1 1,0 0-1,0 0 0,0 0 1,0-1-1,0 1 0,0-1 0,1 1 1,1 0-1,-1 0 1,-1-1 1,1 0-1,0 1 1,0-1-1,0 0 1,0 0-1,0 0 1,-1-1-1,1 1 1,0 0-1,0-1 0,0 1 1,0-1-1,-1 0 1,1 1-1,0-1 1,-1 0-1,4-2 1,31-27-239,-7 6 240,-17 18 20,0 1 0,0 0 0,0 0 0,1 1 1,0 1-1,-1 0 0,1 1 0,16 0 0,111 2 206,-60 3-85,-21-2-46,-5 0 42,-1-2 1,74-12-1,-112 10-111,0 1 0,1 0 0,-1 1 0,0 1 0,1 1 0,-1 0 0,1 0 0,-1 2 0,0 0 0,0 1 0,24 9 0,-21-8 10,1-1 0,-1 0 0,1-1 0,-1-1-1,1-1 1,0-1 0,34-3 0,7 0 65,-9 4-17,53-2 96,-96 0-165,-1-1 1,0 0 0,1 0-1,-1-1 1,13-7 0,22-7 66,-1 9 3,0 2 1,1 2 0,-1 1-1,48 3 1,-68-1-35,0-1-1,26-5 1,-25 3 19,42-3-1,-43 8-63,-1 2 0,0 0 0,-1 1-1,1 0 1,-1 2 0,29 12-1,4 1-7,-51-19-5,0 0 0,1 0 0,-1 0 0,0 1 0,0-1 0,0 0 0,0 1 0,0-1 0,0 1 0,0-1 0,0 1 0,-1 0 0,1-1 0,0 1 0,0 0 0,0 0 0,-1-1 0,2 2 0,-2-1 0,-1-1 0,1 1 0,0-1 0,-1 1 0,1-1 0,-1 1 0,1-1 0,0 0 0,-1 1 0,1-1 0,-1 0 0,1 1 0,-1-1 0,1 0 0,-1 0 0,1 1 0,-1-1 0,1 0 0,-1 0 0,1 0 0,-1 0 0,0 0 0,0 0 0,-44 5 0,36-4 0,-36-1 0,-71 10 0,62-4 0,0-2 0,0-2 0,-66-7 0,106 3 0,1 0 0,-1-1 0,1-1 0,0 0 0,-19-10 0,20 9 0,0 0 0,-1 0 0,1 1 0,-1 1 0,0 0 0,-17-1 0,-22 2 0,-1-3 0,1-1 0,-92-24 0,70 6 0,-56-16 0,90 30 0,20 5 0,0 0 0,0 1 0,-36-2 0,41 5 0,0-1 0,0-1 0,0 0 0,1-1 0,-1-1 0,-17-7 0,-22-7 0,52 18 0,1 0 0,-1 1 0,0-1 0,0 1 0,1-1 0,-1 1 0,0 0 0,0-1 0,0 1 0,0 0 0,0 0 0,1 1 0,-1-1 0,0 0 0,0 1 0,0-1 0,0 1 0,1-1 0,-1 1 0,0 0 0,1 0 0,-3 1 0,2 1 0,-1 0 0,1 0 0,0 1 0,0-1 0,0 1 0,0-1 0,0 1 0,-1 6 0,1-4 0,1-4 0,0 0 0,1 1 0,-1-1 0,-1 0 0,1 0 0,0 0 0,-1 0 0,1 0 0,-1 0 0,1 0 0,-1 0 0,0 0 0,0-1 0,0 1 0,0-1 0,0 1 0,0-1 0,0 0 0,0 0 0,-1 0 0,1 0 0,0 0 0,-1 0 0,1-1 0,-1 1 0,1-1 0,-1 0 0,-3 0 0,-5-1 0,0 0 0,0-1 0,1-1 0,-1 0 0,-15-6 0,-26-7 0,28 12 0,14 1 0,0 2 0,0-1 0,-1 1 0,-17 1 0,26 0 0,1 1 0,-1-1 0,1 1 0,-1-1 0,1 1 0,-1 0 0,1 0 0,0 0 0,0-1 0,-1 1 0,1 0 0,0 1 0,0-1 0,0 0 0,0 0 0,0 0 0,0 1 0,1-1 0,-1 0 0,0 1 0,1-1 0,-1 1 0,0-1 0,1 1 0,0-1 0,-1 1 0,1-1 0,0 1 0,0-1 0,0 1 0,0-1 0,0 1 0,0 0 0,1 1 0,0 9 0,1 0 0,0 0 0,5 15 0,-5-20 0,1 2 0,-1 0 0,1-1 0,1 1 0,-1-1 0,1 0 0,1 0 0,6 9 0,-8-14 0,0 0 0,-1 0 0,1 0 0,1 0 0,-1 0 0,0-1 0,1 0 0,-1 0 0,1 0 0,0 0 0,-1 0 0,1-1 0,0 1 0,0-1 0,0 0 0,0-1 0,9 2 0,159-3 0,-69-1 0,-88 1 0,-1 0 0,27-7 0,25-2 0,-52 9 0,1 0 0,-1-2 0,0 0 0,0 0 0,21-9 0,-15 5 0,-7 4 0,1 0 0,-1 1 0,1 0 0,0 1 0,21 2 0,-18-1 0,1 0 0,31-6 0,-33 4 0,0 0 0,0 2 0,0-1 0,0 2 0,0 0 0,16 4 0,36 1 0,-57-7 0,0 0 0,0-1 0,0 0 0,0-1 0,0 0 0,0-1 0,17-8 0,22-7 0,-19 10 0,0 2 0,0 1 0,1 1 0,-1 2 0,49 1 0,-56 3 0,-15 0 0,0-1 0,0 0 0,1 0 0,-1-1 0,14-3 0,-23 4 0,0 0 0,1 0 0,-1 0 0,0 0 0,0 0 0,0 0 1,1 0-1,-1 0 0,0 0 0,0 0 0,0 0 0,1-1 0,-1 1 0,0 0 0,0 0 0,0 0 0,1 0 1,-1 0-1,0-1 0,0 1 0,0 0 0,0 0 0,0 0 0,1-1 0,-1 1 0,0 0 0,0 0 1,0 0-1,0-1 0,0 1 0,0 0 0,0 0 0,0-1 0,0 1 0,0 0 0,0 0 0,0 0 0,0-1 1,0 1-1,0 0 0,0 0 0,0-1 0,0 1 0,0 0 0,-11-11-6,-23-10-130,29 18 62,-14-5 71,0 0 0,0 1 0,-1 1 0,0 1 0,0 1 1,-37-3-1,-36-9 15,75 12-9,-1 1 0,1 0 0,-1 1 0,0 1 0,0 1 0,0 0 0,0 1 0,1 2 0,-1 0-1,1 1 1,-29 9 0,28 0 0,18-13-2,1 0-1,0 1 0,0-1 0,-1 0 0,1 1 0,0-1 1,0 1-1,0-1 0,0 0 0,0 1 0,-1-1 1,1 1-1,0-1 0,0 0 0,0 1 0,0-1 0,0 1 1,0-1-1,0 1 0,0-1 0,0 0 0,0 1 0,1-1 1,-1 1-1,0-1 0,0 0 0,1 1 0,0 1 1,1-1-1,-1 0 1,1 1-1,-1-1 0,1 0 1,0 0-1,0 0 1,0-1-1,-1 1 1,1 0-1,0-1 1,0 1-1,0-1 0,0 1 1,0-1-1,4 0 1,106 0 15,-2 0-4,-44 9 0,14 1-1,-12-10-4,-46-1-3,1 0 0,-1 2-1,0 0 1,1 2 0,-1 0-1,0 1 1,30 11 0,-3 0 3,-42-14-5,0 1-1,0-1 0,0 2 1,0-1-1,0 1 0,0 0 1,-1 0-1,1 1 0,-1 0 0,0 0 1,7 7-1,124 124 27,-121-123-35,-15-12 0,-1 0 1,0 0 0,0 0-1,1 0 1,-1 0-1,0 0 1,1 0-1,-1 0 1,0 0-1,1 0 1,-1-1-1,0 1 1,0 0 0,1 0-1,-1 0 1,0 0-1,0 0 1,1-1-1,-1 1 1,0 0-1,0 0 1,0 0-1,1-1 1,-1 1 0,0 0-1,0 0 1,0-1-1,0 1 1,1 0-1,-1 0 1,0-1-1,0 1 1,0-1-1,0-1-29,1 0-1,-1 0 0,0 0 1,0 0-1,0 0 0,0 0 1,-1 0-1,1-1 0,-1 1 1,1 0-1,-1 0 0,1 0 1,-1 0-1,-2-2 0,2 1-3,-5-6-81,1-1-1,0 1 1,1-1-1,0 0 1,0 0-1,1 0 1,0 0-1,-1-16 1,5 23 124,0 1 0,0-1 1,1 0-1,-1 1 0,1 0 1,-1-1-1,1 1 0,0 0 1,0 0-1,0 0 0,0 0 0,1 0 1,-1 0-1,0 1 0,1-1 1,-1 1-1,1-1 0,4-1 1,20-14-155,-18 4-45,11-10-89,-20 23 285,0 0 1,1-1-1,-1 1 0,1 0 1,-1 0-1,1 0 1,-1 0-1,1-1 0,-1 1 1,1 0-1,-1 0 0,1 0 1,-1 0-1,1 0 1,-1 1-1,1-1 0,-1 0 1,1 0-1,-1 0 1,1 0-1,-1 0 0,1 1 1,-1-1-1,1 0 0,-1 0 1,1 1-1,-1-1 1,0 0-1,1 1 0,-1-1 1,0 0-1,1 1 1,-1-1-1,0 1 0,1-1 1,-1 1-1,0-1 1,0 0-1,0 1 0,1-1 1,-1 1-1,0-1 0,0 1 1,0-1-1,0 1 1,0-1-1,0 1 0,0-1 1,0 2-1,1 7 16,0 1 1,0 0-1,-1-1 0,-1 1 0,0-1 0,0 1 1,-1-1-1,0 0 0,0 1 0,-1-1 1,0 0-1,-8 15 0,8-19-4,0 1-1,-1-1 1,1 0-1,-10 10 1,0-2-8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9:42:23.1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432 279 4915,'-18'0'314,"-15"1"155,1-1 0,-1-2 0,1-2 1,-56-12-1,70 11-261,-1 1-1,1 0 1,-1 1 0,0 1 0,0 1-1,-24 2 1,41-1-188,1-1 0,-1 1 0,0 1-1,1-1 1,-1 0 0,1 0 0,-1 0-1,1 1 1,-1-1 0,1 1 0,-1-1 0,1 1-1,-1 0 1,1 0 0,0-1 0,-1 1 0,1 0-1,0 0 1,0 0 0,-1 0 0,1 1 0,0-1-1,0 0 1,0 0 0,1 1 0,-1-1-1,0 0 1,0 1 0,1-1 0,-1 1 0,1-1-1,-1 1 1,1-1 0,0 1 0,-1-1 0,1 1-1,0 0 1,0-1 0,0 1 0,0-1 0,1 1-1,-1-1 1,0 1 0,1 0 0,0 1 0,1 5 82,1 0 0,0-1 0,1 1 0,0-1 0,0 1 1,0-1-1,6 7 0,8 8 254,1 0-1,1-1 1,1-2-1,1 0 1,26 18-1,-38-30-224,1 0-1,0 0 0,1-1 1,-1 0-1,1-1 0,0-1 1,0 0-1,1-1 0,-1 0 1,1 0-1,0-2 0,0 0 1,21 0-1,-28-2-126,0 0 0,0-1 0,0 0 1,0 0-1,0 0 0,-1 0 0,1-1 0,-1 0 0,0 0 1,1-1-1,-2 1 0,1-1 0,0 0 0,-1-1 0,1 1 0,-1-1 1,-1 0-1,1 0 0,-1 0 0,1 0 0,-2 0 0,5-9 0,-2 2-89,-1 0-1,0 0 0,-1 0 0,0 0 0,-1 0 0,0-1 0,-1 1 0,0-1 0,-2-25 0,0 34 90,0 0 0,-1 0 0,0 0 0,1 0 0,-1 0 0,0 1-1,-1-1 1,1 1 0,-1-1 0,0 1 0,1 0 0,-2 0 0,1 0 0,0 0 0,0 1 0,-8-5 0,-6-4-74,1 2 0,-24-10 0,-5-2 106,14 6 90,-49-15 0,70 27-75,0 0-1,0 1 0,-1 0 1,1 1-1,-1 0 1,1 1-1,-1 0 0,1 1 1,-13 1-1,19-1-25,1 1-1,0-1 1,-1 1 0,1-1-1,0 1 1,0 0 0,0 0-1,0 0 1,0 0 0,1 1-1,-1-1 1,0 1 0,1 0-1,0 0 1,0-1 0,0 2-1,0-1 1,0 0 0,1 0-1,-1 0 1,1 1 0,0-1-1,0 1 1,0-1 0,0 8-1,-1-2 28,1 1-1,0-1 1,1 1 0,0-1-1,0 1 1,1-1-1,1 1 1,4 16 0,-5-22-32,0-1 1,0 0 0,1 0 0,0 1 0,-1-1-1,1 0 1,1 0 0,-1-1 0,0 1 0,1 0 0,-1-1-1,1 1 1,0-1 0,-1 0 0,7 3 0,-3-2 21,0 0 0,0-1 0,0 0 1,0 0-1,0-1 0,0 0 0,1 0 1,7 0-1,10-1 117,0-1 0,0-1 0,38-9 1,-57 10-141,7-1-19,-1-1 1,1 0-1,-1-1 1,0 0-1,0 0 1,0-1-1,-1-1 1,0 0-1,0 0 1,0-1-1,-1 0 0,0-1 1,9-9-1,-16 15-22,-1 0 0,0-1 0,1 1-1,-1 0 1,0-1 0,0 1-1,0-1 1,0 1 0,-1-1-1,1 1 1,-1-1 0,1 1 0,-1-1-1,0 0 1,0 1 0,0-1-1,-1-4 1,0 2-25,-1 0 0,1 1 0,-1-1 0,0 1 0,0 0 0,-1-1 0,1 1 0,-1 0 0,-4-4 0,0 0 3,0 0-1,-1 1 0,0 0 0,0 1 0,0-1 0,-1 2 0,0-1 1,-15-5-1,13 6 92,0 1 1,-1 1-1,0 0 0,1 1 1,-1 0-1,0 1 1,-23 0-1,32 1-31,-1 0 0,1 0 0,-1 1 0,0-1 0,1 1 0,-1 0 0,1 0 0,-1 0 1,1 1-1,0-1 0,-1 1 0,1 0 0,0 0 0,0 0 0,0 0 0,0 1 0,1-1 0,-1 1 0,1-1 0,-1 1 0,1 0 0,0 0 0,0 0 0,0 0 0,0 1 0,1-1 0,0 0 0,-1 1 0,0 4 0,1-2 10,0 1 0,0-1 0,1 0-1,0 0 1,0 0 0,0 0 0,1 1 0,0-1-1,0 0 1,0 0 0,1 0 0,0 0 0,0-1-1,1 1 1,-1 0 0,1-1 0,1 0 0,-1 1-1,1-1 1,0-1 0,0 1 0,0 0 0,0-1-1,1 0 1,0 0 0,0 0 0,0-1 0,0 0-1,1 0 1,-1 0 0,1-1 0,0 1 0,0-1-1,0-1 1,0 1 0,0-1 0,0 0 0,9 0-1,-5-1-17,-1 0-1,0-1 0,0 0 1,0-1-1,0 0 0,0 0 1,0-1-1,-1 0 0,1-1 1,-1 0-1,0 0 1,0-1-1,0 1 0,-1-2 1,0 1-1,0-1 0,11-12 1,-12 13-69,-1-1 0,0 0 0,-1-1 1,0 1-1,1-1 0,-2 1 0,1-1 0,-1 0 1,0-1-1,-1 1 0,0 0 0,0-1 1,0 1-1,-1-1 0,0 0 0,0 1 1,-1-1-1,0 0 0,-1 0 0,0 1 1,-2-12-1,2 16 49,-1-1 1,1 1-1,-1-1 1,0 1-1,0 0 1,0 0-1,0 0 0,-1 0 1,1 0-1,-1 0 1,1 1-1,-1-1 1,0 1-1,0 0 1,0 0-1,-1 0 1,1 0-1,0 0 1,-1 1-1,1 0 0,-1-1 1,1 1-1,-1 1 1,0-1-1,-5 0 1,-11-1 132,-1 0-1,0 2 1,-31 3 0,18-1-59,26-2-27,0 0-1,0 0 0,0 1 1,0 1-1,0-1 0,-7 3 1,12-2-23,1-1-1,0 0 1,-1 0 0,1 1 0,0-1 0,0 1 0,0 0-1,0 0 1,0 0 0,1 0 0,-1 0 0,0 0 0,1 0-1,-1 0 1,1 1 0,0-1 0,0 0 0,0 1 0,0-1-1,1 1 1,-1 0 0,0 2 0,0 0 10,0 0-1,1 0 1,0 1 0,0-1 0,0 0-1,0 0 1,1 0 0,0 0-1,0 0 1,0 0 0,1 0 0,0 0-1,0 0 1,0-1 0,0 1-1,1-1 1,-1 1 0,1-1 0,1 0-1,-1 0 1,0 0 0,1 0 0,0-1-1,0 0 1,0 1 0,0-2-1,0 1 1,1 0 0,-1-1 0,1 0-1,0 0 1,0 0 0,0 0-1,9 1 1,79 14 367,-58-9-185,1-2 1,50 2-1,-55-7-118,101-3 324,-129 1-419,0 1 0,0-1 0,-1 0 0,1 0 0,0 0 1,0 0-1,-1 0 0,1-1 0,-1 1 0,1-1 0,-1 1 0,0-1 1,0 0-1,0 0 0,0 0 0,0 0 0,0-1 0,0 1 0,-1 0 0,1-1 1,-1 1-1,1-1 0,-1 0 0,0 1 0,0-1 0,0 0 0,-1 0 0,1 1 1,0-5-1,-1 3-35,1 0 0,-1 0-1,0 0 1,0 0 0,0 0 0,0 0 0,-1 1 0,0-1 0,1 0 0,-1 0 0,-1 0-1,1 0 1,-1 1 0,1-1 0,-1 1 0,0-1 0,0 1 0,-1 0 0,1 0 0,-6-6-1,1 4 64,-1 1 0,1 0-1,-1 0 1,0 1 0,0 0-1,0 0 1,-1 1 0,1 0 0,-1 0-1,1 1 1,-1 0 0,1 1-1,-1 0 1,0 0 0,1 1-1,-1 0 1,1 0 0,-1 1-1,1 0 1,0 1 0,-1-1-1,1 2 1,1-1 0,-1 1-1,-11 8 1,13-7 4,1 0 0,-1 1 0,1 0 0,1 0 0,-1 0 0,1 0 1,0 1-1,1-1 0,0 1 0,0 0 0,0 0 0,1 0 0,-3 11 0,3-6 12,0-1 0,0 1 0,1 0 0,0 0 1,1-1-1,1 1 0,3 21 0,-3-28-20,0-1 1,0 1-1,1-1 0,-1 1 1,1-1-1,0 0 0,0 0 1,0 0-1,1 0 0,0-1 1,-1 1-1,1 0 1,0-1-1,1 0 0,3 3 1,-2-3-1,0 0 1,0 0 0,0-1 0,0 0-1,1 0 1,-1 0 0,1-1 0,0 1-1,-1-1 1,1-1 0,9 1 0,-2-1 30,-1 0 1,1-1 0,0-1 0,0 0-1,-1-1 1,0 0 0,1-1 0,21-9-1,-27 9-84,1 0-1,-1 0 0,1 0 1,-1-1-1,-1 0 0,1-1 0,-1 1 1,0-1-1,0-1 0,-1 1 1,1-1-1,-1 0 0,-1 0 0,5-8 1,-5 7-56,-1 0 1,0 0 0,0 0 0,-1 0-1,0-1 1,0 1 0,-1-1-1,0-11 1,-1 15 37,-1 0 0,0 0 0,0 0 0,0 0 1,0 1-1,-1-1 0,0 0 0,0 1 0,0-1 0,-1 1 0,1 0 0,-1 0 0,0 0 1,0 0-1,-7-6 0,1 2 7,0 1 0,0 0 0,0 0 1,-1 1-1,-16-8 0,20 11 73,0 1-1,0-1 1,0 1 0,0 0 0,0 1-1,-1-1 1,1 1 0,-1 1-1,1-1 1,0 1 0,-10 1 0,14-1-16,0 1 0,0-1 0,1 1 0,-1 0 1,0 0-1,0-1 0,0 1 0,1 0 0,-1 1 1,0-1-1,1 0 0,-1 0 0,1 1 0,0-1 1,-1 1-1,1-1 0,0 1 0,0-1 1,-1 3-1,0 1 9,0-1 0,0 1 1,0 0-1,1-1 0,0 1 1,0 0-1,0 9 0,0-6 12,1 1 0,1-1-1,-1 1 1,1 0 0,1-1-1,0 0 1,0 1 0,6 15 0,-2-15 12,0 1 0,0-1 1,1-1-1,1 1 0,-1-1 1,1 0-1,1-1 0,-1 1 1,1-2-1,0 1 0,1-2 1,0 1-1,0-1 0,18 7 1,-21-10-45,-1 0 1,1 0-1,0 0 1,0-1-1,0 0 1,0 0-1,0 0 0,0-1 1,0-1-1,0 1 1,0-1-1,0 0 1,-1 0-1,1-1 1,0 0-1,0 0 1,-1-1-1,1 0 0,-1 0 1,0 0-1,0-1 1,0 0-1,0 0 1,6-7-1,-2 2-84,1-1-59,-1-1 1,0 0-1,0 0 1,-1-1-1,8-15 0,-15 25 136,-1 0 0,0 0 0,0-1-1,0 1 1,0 0 0,-1-1 0,1 1-1,-1 0 1,1-1 0,-1 1-1,0-1 1,0 1 0,0-1 0,0 1-1,0-1 1,0 1 0,-1-1-1,1 1 1,-1 0 0,0-1 0,0 1-1,0 0 1,0-1 0,0 1-1,0 0 1,-1 0 0,1 0 0,-1 0-1,1 0 1,-1 0 0,0 1 0,1-1-1,-1 0 1,0 1 0,0 0-1,-1-1 1,1 1 0,-3-1 0,-19-11 100,-2 1 1,0 1 0,0 1-1,-1 2 1,0 1 0,-1 0-1,1 3 1,-40-3 0,64 7-78,-1 0-1,0 0 1,1 0 0,-1 1 0,1-1 0,-1 1 0,1 0-1,-1 0 1,1 0 0,-1 1 0,1-1 0,0 1 0,0 0-1,0 0 1,0 0 0,0 0 0,0 0 0,0 1 0,1-1-1,-1 1 1,1 0 0,0 0 0,0 0 0,0 0 0,0 0 0,0 0-1,1 1 1,-1-1 0,1 0 0,-1 5 0,0-1 12,1 0 1,-1 0-1,1 1 0,1-1 1,-1 0-1,1 0 1,1 1-1,-1-1 0,1 0 1,0 0-1,1 1 1,0-1-1,0 0 0,5 9 1,1 1 59,3 6 47,22 34 1,-28-50-105,0 0 0,1 0 0,0 0 0,0-1 0,0 0 0,1-1 0,0 1 0,12 6 0,-18-11-23,36 20 258,74 30 1,-100-47-224,1 0 0,-1-1 0,1 0 0,0-1 0,-1 0 0,1-1 0,0 0 0,0-1 0,0 0 0,0-1 0,20-4 0,-26 3-81,0-1 1,0 0 0,0 0 0,0-1 0,0 1-1,-1-1 1,0-1 0,0 1 0,0-1 0,5-6-1,-3 3-88,0 0 0,-1 0 0,0-1 0,0 0 0,7-18 0,-9 18 28,-2 0 0,1-1 0,-2 1 0,1-1 0,-1 0 0,0-17 0,-1 22 63,-1 0 1,1 0-1,-1 1 1,0-1 0,0 0-1,0 0 1,0 1-1,-1-1 1,0 0-1,0 1 1,0 0-1,-1-1 1,0 1-1,1 0 1,-4-3 0,-6-5-25,1 0 1,-2 2 0,1-1 0,-1 2-1,-1 0 1,0 0 0,0 1 0,-1 1 0,-16-6-1,13 7 108,7 1 7,-1 1-1,0 1 0,-1 0 0,1 0 1,-19-1-1,28 4-43,0 0 0,0 1 1,0-1-1,0 0 0,0 1 0,0 0 0,1 0 1,-1 0-1,0 0 0,0 0 0,1 0 0,-1 1 1,1-1-1,-1 1 0,1-1 0,0 1 1,0 0-1,-1 0 0,1 0 0,0 1 0,1-1 1,-1 0-1,0 1 0,1-1 0,-1 1 0,1-1 1,0 1-1,0 0 0,-1 3 0,0 2 18,0 1 0,0-1 0,1 0 0,0 0 0,1 1 0,0-1 0,0 0-1,1 1 1,0-1 0,0 0 0,1 1 0,0-1 0,0 0 0,1 0 0,4 9 0,2 1 40,1-1 1,0 0-1,1 0 1,1-1 0,18 19-1,-23-29-33,-1 0-1,1-1 1,0 0 0,1 0-1,-1 0 1,1-1-1,0 0 1,0 0 0,1-1-1,-1 0 1,13 2-1,13 2 149,56 4 0,-27-4 30,-35-3-152,89 10 233,-103-14-239,1 0 1,0 0 0,0-1 0,0-1 0,24-6 0,-33 6-97,-1-1 0,0 1 0,0-1 0,0 0 0,0 0 0,-1 0 0,1 0 0,-1-1 0,0 0 0,0 0 0,0 0-1,0-1 1,3-5 0,5-10-208,0 1-1,8-23 1,-3 7-73,-13 28 246,-1 0 0,0 0 0,0 0 0,-1 0 0,0-1 0,0 1 0,-1-1 1,0 0-1,0 1 0,-1-1 0,1 0 0,-2 1 0,1-1 0,-1 0 0,-1 1 0,1-1 0,-4-7 1,3 8 59,-1 1 0,0 0 1,0 0-1,-1 0 0,0 0 1,0 1-1,0 0 0,-1-1 1,0 2-1,0-1 1,0 0-1,0 1 0,-1 0 1,0 0-1,0 1 0,0 0 1,0 0-1,0 0 0,-11-3 1,-2 1 80,0 1 0,0 0 0,-1 1 0,1 1 0,-1 1 0,0 1 0,1 1 0,-21 3 0,35-3-41,0 1 1,-1 0 0,1 1-1,0-1 1,1 1 0,-1 0-1,0 0 1,1 0-1,0 1 1,0 0 0,0-1-1,0 1 1,0 1 0,1-1-1,-6 9 1,4-4 8,0-1 0,0 1 1,1 0-1,0 1 0,0-1 0,1 1 0,-3 18 1,6-23-15,0 1 1,1-1 0,-1 1 0,1-1 0,0 0 0,1 0-1,-1 0 1,1 0 0,0 0 0,0 0 0,1 0 0,-1 0-1,1-1 1,0 1 0,0-1 0,1 0 0,-1 0 0,1 0-1,0 0 1,0-1 0,8 6 0,3 1 49,0 0 0,0-1-1,1 0 1,0-1 0,23 7 0,-24-11-6,-1 0 1,1-1-1,0-1 1,30 1-1,61-7 295,-100 3-338,11-1 37,0 0 1,0-2 0,0 0 0,-1-1 0,19-7 0,76-42 366,-65 27-751,0-3 1,41-34-1,-82 60 272,0 0 1,-1 0-1,0 0 0,0-1 1,0 0-1,-1 0 1,1 0-1,-1 0 1,0 0-1,-1-1 0,1 1 1,-1-1-1,0 0 1,0 0-1,-1 1 1,0-1-1,0 0 0,0-8 1,-1 9 30,0 1 0,-1 0-1,1 0 1,-1 0 0,0 0 0,0 0 0,-1 0 0,1 0 0,-1 1 0,0-1 0,0 0-1,0 1 1,0-1 0,0 1 0,-1 0 0,0 0 0,0 0 0,0 0 0,0 0-1,0 1 1,0-1 0,-1 1 0,1 0 0,-1 0 0,0 0 0,1 0 0,-6-1-1,1 0 50,-1 1 0,0-1 0,0 1 0,0 1 0,0-1-1,0 1 1,0 1 0,0 0 0,0 0 0,0 1-1,0 0 1,0 1 0,-12 3 0,15-3-3,0 1 0,0 0 1,0 0-1,1 0 0,-1 0 0,1 1 1,0 0-1,0 0 0,0 0 1,1 1-1,-1-1 0,1 1 0,0 0 1,1 1-1,-1-1 0,1 1 0,0-1 1,0 1-1,-2 9 0,2-7 3,0 0 0,1 0 0,1 0 0,-1 1 0,1-1 0,1 1 0,0-1 0,0 1 0,1 9 0,0-15-14,-1 1 0,1-1 0,0 0 0,0 0 0,0 0 0,0 0 0,1 0 0,-1 0 1,1 0-1,0 0 0,0-1 0,0 1 0,0 0 0,0-1 0,0 0 0,1 0 1,-1 1-1,1-1 0,0-1 0,0 1 0,-1 0 0,1-1 0,0 1 0,0-1 1,6 2-1,215 65 649,-218-66-643,-1-1 0,1 1-1,0-1 1,0 0 0,0-1-1,0 1 1,0-1 0,0-1-1,0 1 1,0-1 0,7-1-1,-10 0-42,1 0-1,0 1 1,-1-1-1,1 0 1,-1 0-1,0-1 1,1 1-1,-1-1 1,0 0-1,-1 0 1,1 0-1,0 0 1,-1 0-1,0 0 1,0-1-1,0 1 1,2-5-1,2-2-89,-1 0-1,-1-1 1,0 1 0,0-1-1,-1 0 1,-1 0 0,2-15-1,-4 22 89,0 0 0,0 1 0,0-1 0,-1 0-1,0 0 1,1 1 0,-2-1 0,1 0 0,0 1-1,-1-1 1,1 1 0,-1 0 0,0-1 0,0 1-1,-1 0 1,1 0 0,0 0 0,-1 1 0,0-1-1,0 1 1,0-1 0,0 1 0,0 0 0,0 0-1,-5-2 1,1 0 48,1 1 1,-1 0-1,1 1 0,-1 0 0,0 0 1,0 0-1,0 1 0,0 0 0,0 0 1,0 0-1,0 1 0,0 1 0,-1-1 1,1 1-1,0 0 0,0 0 0,0 1 1,-9 4-1,11-4-4,0 0 1,0 1-1,0 0 1,0 0-1,1 0 0,-1 1 1,1-1-1,0 1 1,0 0-1,1 1 1,-1-1-1,1 0 1,0 1-1,0 0 0,0 0 1,1 0-1,-1 0 1,1 0-1,1 0 1,-1 1-1,1-1 0,0 0 1,-1 11-1,0 30 204,6 86 0,-2-125-196,-1-1 0,1 1 0,0 0-1,1-1 1,0 0 0,0 1-1,0-1 1,1 0 0,0-1 0,0 1-1,0-1 1,6 6 0,0-1 40,0 0-1,1 0 1,0-1 0,24 14 0,-26-18-35,1 0 0,-1-1 0,1 0 0,0-1-1,0 0 1,1-1 0,-1 0 0,0-1 0,1 0 0,11 0 0,-14-1-29,0-1 0,-1 1-1,1-2 1,0 1 0,0-1 0,0 0 0,-1-1-1,1 0 1,-1 0 0,0 0 0,0-1-1,0 0 1,11-9 0,-14 9-28,1 0 1,-1 0-1,0 0 1,0 0-1,-1-1 1,1 0-1,-1 0 0,0 0 1,0 0-1,-1 0 1,3-8-1,-2 2-99,-1 1 1,-1-1-1,0 0 1,0 1-1,-1-15 0,0-5-33,0 13-69,-1-1 0,-4-31 0,4 43 182,-1 0 0,0 0-1,0 0 1,-1 0 0,1 0-1,-1 0 1,0 1 0,-1 0-1,1-1 1,-1 1-1,-7-7 1,5 7 64,1 0 0,-1 1 0,0 0 0,0-1-1,-1 2 1,1-1 0,-1 1 0,0 0 0,1 1 0,-1-1 0,-1 1 0,1 1-1,0-1 1,0 1 0,-1 0 0,1 1 0,0 0 0,-1 0 0,1 1-1,-1 0 1,1 0 0,-14 4 0,19-4-9,0-1 1,0 1-1,0-1 1,0 1-1,0 0 1,1 0-1,-1-1 0,0 1 1,0 1-1,1-1 1,-1 0-1,1 0 1,-1 1-1,1-1 0,-1 1 1,1-1-1,0 1 1,0 0-1,0-1 1,0 1-1,0 0 0,0 0 1,0 0-1,0-1 1,1 1-1,-1 0 0,1 0 1,-1 0-1,1 0 1,0 0-1,0 0 1,0 0-1,0 1 0,0-1 1,0 0-1,1 0 1,-1 0-1,1-1 1,-1 1-1,1 0 0,0 0 1,0 0-1,0 0 1,2 2-1,2 5 26,0 0 1,1 0-1,1-1 0,0 1 0,0-2 0,0 1 1,10 7-1,-10-11-6,-1 1 0,1-2 0,0 1 1,0-1-1,0 0 0,0 0 0,0-1 1,1 0-1,-1 0 0,1-1 0,0 0 0,-1 0 1,1-1-1,0 0 0,0 0 0,-1-1 1,1 0-1,-1 0 0,13-4 0,-8 1-56,1 0 0,-1-1-1,0 0 1,0-1 0,-1 0-1,0-1 1,0 0 0,0-1-1,-1 0 1,17-17 0,-24 22-14,0-1 0,0 0 0,0 0 1,0 1-1,0-2 0,-1 1 0,0 0 1,0-1-1,0 1 0,2-9 0,-4 11 44,0 0 1,0 1-1,0-1 0,0 0 0,0 0 0,0 0 0,-1 0 0,1 0 1,-1 1-1,0-1 0,1 0 0,-1 0 0,0 1 0,0-1 1,0 1-1,0-1 0,0 1 0,0-1 0,-1 1 0,1-1 0,0 1 1,-1 0-1,1 0 0,-1 0 0,1 0 0,-1 0 0,0 0 1,1 0-1,-1 0 0,-2 0 0,-6-3 28,0 1 1,0 0 0,0 1-1,-1 0 1,1 1-1,-1 0 1,-13 0-1,-75 7 203,79 1-173,20-7-56,0 0 1,0 0-1,-1 1 0,1-1 0,0 0 1,0 0-1,0 1 0,0-1 0,0 0 1,-1 1-1,1-1 0,0 0 0,0 1 1,0-1-1,0 0 0,0 0 0,0 1 0,0-1 1,0 0-1,0 1 0,0-1 0,0 0 1,0 1-1,0-1 0,0 0 0,0 1 1,1-1-1,-1 0 0,0 1 0,0-1 1,0 0-1,1 1 0,0 1 12,1 0 0,0-1 1,0 1-1,0 0 0,0-1 0,0 1 1,0-1-1,1 1 0,-1-1 0,0 0 1,4 1-1,16 4 42,0-1 0,1 0 0,-1-2 0,1-1-1,-1-1 1,35-2 0,40 3 167,-87-1-187,0 1 0,0 0 1,0 0-1,15 7 1,-20-8-22,0 1 0,0 1 1,0-1-1,-1 1 0,1 0 1,-1 0-1,0 0 0,0 0 1,0 1-1,5 6 0,-8-9-10,-1 0 1,1 1-1,-1-1 0,1 0 0,-1 1 1,0-1-1,0 0 0,1 1 0,-1-1 1,0 1-1,0-1 0,0 0 0,-1 1 1,1-1-1,0 0 0,0 1 0,-1-1 1,1 0-1,-1 1 0,1-1 0,-1 0 1,0 1-1,1-1 0,-1 0 0,0 0 0,0 0 1,0 0-1,0 0 0,0 0 0,-1 1 1,-41 34 135,29-25-79,8-7-45,1 1 0,-1-2-1,0 1 1,-1 0 0,1-1-1,0 0 1,-1-1-1,0 0 1,1 0 0,-1 0-1,0-1 1,-11 2 0,1-3-10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62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.xml"/><Relationship Id="rId5" Type="http://schemas.openxmlformats.org/officeDocument/2006/relationships/image" Target="../media/image6.png"/><Relationship Id="rId4" Type="http://schemas.openxmlformats.org/officeDocument/2006/relationships/customXml" Target="../ink/ink2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.xml"/><Relationship Id="rId5" Type="http://schemas.openxmlformats.org/officeDocument/2006/relationships/image" Target="../media/image10.png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customXml" Target="../ink/ink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AI-Driven 2D Mesh Network-on-Chip Router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08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Congestion-Aware Routing for Multi-Core Systems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3087364"/>
            <a:ext cx="4722763" cy="140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I. Prasad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K. Gowtham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B. Dhoni Madhav Eswar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K. Aarthi Lakshmi Devi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K. Yoga Sri Durga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K. Lakshmi Kavya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Ch. Seetha Mahalakshmi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Institution: Aditya Engineering College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722B2A-DF71-8433-5CDE-EB268CF5F604}"/>
                  </a:ext>
                </a:extLst>
              </p14:cNvPr>
              <p14:cNvContentPartPr/>
              <p14:nvPr/>
            </p14:nvContentPartPr>
            <p14:xfrm>
              <a:off x="7970345" y="4770831"/>
              <a:ext cx="1059840" cy="286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722B2A-DF71-8433-5CDE-EB268CF5F6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7705" y="4708191"/>
                <a:ext cx="1185480" cy="41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459953"/>
            <a:ext cx="4753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&amp; Problem Statement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0640" y="1650727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80640" y="1998241"/>
            <a:ext cx="2209354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bus-based communication systems face critical limitations in multi-core processors: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0640" y="2983260"/>
            <a:ext cx="2209354" cy="165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congestion during peak traffic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latency in packet transmission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scalability with increasing cores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Excessive power consumption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029769" y="1650727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029769" y="1998241"/>
            <a:ext cx="2209354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Network-on-Chip (NoC) architecture provides distributed, scalable communication. AI-driven routing enables intelligent path selection, congestion prediction, and adaptive load balancing for optimal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398115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System vs Proposed System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870871" y="1355824"/>
            <a:ext cx="4831259" cy="1638523"/>
          </a:xfrm>
          <a:prstGeom prst="roundRect">
            <a:avLst>
              <a:gd name="adj" fmla="val 323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01839" y="1486793"/>
            <a:ext cx="174158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 NoC Router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1839" y="1751484"/>
            <a:ext cx="4569321" cy="1111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XY routing algorithm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congestion awareness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path selection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load balancing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packet delay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870871" y="3106787"/>
            <a:ext cx="4831259" cy="1638523"/>
          </a:xfrm>
          <a:prstGeom prst="roundRect">
            <a:avLst>
              <a:gd name="adj" fmla="val 323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1839" y="3237756"/>
            <a:ext cx="166099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AI-Driven NoC Router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01839" y="3502447"/>
            <a:ext cx="4569321" cy="1111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adaptive routing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congestion prediction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path selection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QoS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latency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B2498ED-7995-0818-B255-43FA9A77D76E}"/>
                  </a:ext>
                </a:extLst>
              </p14:cNvPr>
              <p14:cNvContentPartPr/>
              <p14:nvPr/>
            </p14:nvContentPartPr>
            <p14:xfrm rot="-1">
              <a:off x="8057638" y="4950551"/>
              <a:ext cx="929534" cy="52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B2498ED-7995-0818-B255-43FA9A77D7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-1">
                <a:off x="7994637" y="4887673"/>
                <a:ext cx="1055176" cy="178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6816F2F-1B02-1AAA-2FFC-A4AACC024EB8}"/>
                  </a:ext>
                </a:extLst>
              </p14:cNvPr>
              <p14:cNvContentPartPr/>
              <p14:nvPr/>
            </p14:nvContentPartPr>
            <p14:xfrm>
              <a:off x="8988785" y="4839231"/>
              <a:ext cx="5364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6816F2F-1B02-1AAA-2FFC-A4AACC024E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26145" y="4776591"/>
                <a:ext cx="1792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5B3BF2-D4DF-1D01-DF2C-BFA05578EEDB}"/>
                  </a:ext>
                </a:extLst>
              </p14:cNvPr>
              <p14:cNvContentPartPr/>
              <p14:nvPr/>
            </p14:nvContentPartPr>
            <p14:xfrm>
              <a:off x="8904545" y="4868031"/>
              <a:ext cx="127800" cy="108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5B3BF2-D4DF-1D01-DF2C-BFA05578EE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41545" y="4805031"/>
                <a:ext cx="253440" cy="23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6958"/>
            <a:ext cx="527253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2D Mesh Topology &amp; Router Architecture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798686"/>
            <a:ext cx="7336408" cy="2915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2010" y="2858637"/>
            <a:ext cx="1609701" cy="20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Mesh Grid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77145" y="3117084"/>
            <a:ext cx="1974566" cy="140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Routers arranged in a 2D grid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142225" y="2226606"/>
            <a:ext cx="1609701" cy="20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Cardinal Links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142225" y="2485052"/>
            <a:ext cx="1924487" cy="28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North, South, East, West connections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41898" y="1785503"/>
            <a:ext cx="1609701" cy="20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Router Core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77033" y="2043950"/>
            <a:ext cx="1974566" cy="140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buffer and routing logic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42225" y="1180971"/>
            <a:ext cx="1609701" cy="20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Unit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42225" y="1439418"/>
            <a:ext cx="1924487" cy="140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controller and arbiter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3759" y="388381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Router Connections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03759" y="4129608"/>
            <a:ext cx="3538463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North: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Upward communication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South: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Downward communication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East: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Rightward communication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West: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Leftward communication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06392" y="3883819"/>
            <a:ext cx="136155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Components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6392" y="4129608"/>
            <a:ext cx="3538463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Buffer &amp; Routing Logic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Controller &amp; Arbiter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Crossbar Switch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Ports</a:t>
            </a:r>
            <a:endParaRPr 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BA53CBE-63F7-B464-B914-BC9CD2704E58}"/>
                  </a:ext>
                </a:extLst>
              </p14:cNvPr>
              <p14:cNvContentPartPr/>
              <p14:nvPr/>
            </p14:nvContentPartPr>
            <p14:xfrm rot="-1">
              <a:off x="8291417" y="4894357"/>
              <a:ext cx="593736" cy="8774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BA53CBE-63F7-B464-B914-BC9CD2704E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-1">
                <a:off x="8228445" y="4831423"/>
                <a:ext cx="719320" cy="213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F18C46E-305C-75FB-6E84-2BF24B64271C}"/>
                  </a:ext>
                </a:extLst>
              </p14:cNvPr>
              <p14:cNvContentPartPr/>
              <p14:nvPr/>
            </p14:nvContentPartPr>
            <p14:xfrm>
              <a:off x="8038025" y="4879191"/>
              <a:ext cx="1027440" cy="191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F18C46E-305C-75FB-6E84-2BF24B6427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75385" y="4816551"/>
                <a:ext cx="1153080" cy="31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367308"/>
            <a:ext cx="4846737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Controller &amp; Working Methodology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132" y="1305148"/>
            <a:ext cx="620167" cy="7442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91794" y="142912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Buffer Monitoring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91794" y="1688083"/>
            <a:ext cx="41180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occupancy tracking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132" y="2049363"/>
            <a:ext cx="620167" cy="7442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91794" y="217333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591794" y="2432298"/>
            <a:ext cx="41180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Threshold-based congestion detection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3132" y="2793578"/>
            <a:ext cx="620167" cy="7442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91794" y="291755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Routing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591794" y="3176513"/>
            <a:ext cx="41180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path selection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3132" y="3537793"/>
            <a:ext cx="620167" cy="7442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91794" y="366176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591794" y="3920728"/>
            <a:ext cx="41180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latency reduction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3863132" y="4404047"/>
            <a:ext cx="48467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SystemVerilog HDL |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Tools: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Cadence &amp; Vivado | 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DUT &amp; Testbench methodology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AE57DF2-9145-33B7-A02F-CE643851593D}"/>
                  </a:ext>
                </a:extLst>
              </p14:cNvPr>
              <p14:cNvContentPartPr/>
              <p14:nvPr/>
            </p14:nvContentPartPr>
            <p14:xfrm>
              <a:off x="7999145" y="4682271"/>
              <a:ext cx="1047600" cy="384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AE57DF2-9145-33B7-A02F-CE64385159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36145" y="4619631"/>
                <a:ext cx="1173240" cy="51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9873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Advantages, Applications &amp; Technologies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697310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697310"/>
            <a:ext cx="18906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Benefits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2003822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congestion, improved throughput, lower latency, better QoS, and efficient packet delivery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740968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7409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Applications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3047479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Multi-core processors, GPUs, AI accelerators, embedded systems, HPC, and data centers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784625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7846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4091136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SystemVerilog, Cadence EDA tools, Xilinx Vivado, DUT &amp; Testbench verification methodology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1A4630-545C-40D4-2D36-C12C0789A521}"/>
                  </a:ext>
                </a:extLst>
              </p14:cNvPr>
              <p14:cNvContentPartPr/>
              <p14:nvPr/>
            </p14:nvContentPartPr>
            <p14:xfrm>
              <a:off x="7953065" y="4803951"/>
              <a:ext cx="1040040" cy="219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1A4630-545C-40D4-2D36-C12C0789A5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90065" y="4741311"/>
                <a:ext cx="1165680" cy="34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344016"/>
            <a:ext cx="407216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63132" y="956295"/>
            <a:ext cx="235550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963144" y="1508968"/>
            <a:ext cx="21554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Latency Reduction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54291" y="956295"/>
            <a:ext cx="2355577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563618" y="1508968"/>
            <a:ext cx="1936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Throughput Improvement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08674" y="1981870"/>
            <a:ext cx="2355577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511180" y="253454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 Increase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63132" y="295892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Achievements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63132" y="3261271"/>
            <a:ext cx="2272085" cy="119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routing improves NoC efficiency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Congestion-aware adaptive routing reduces latency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scalability for future AI systems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42546" y="2958926"/>
            <a:ext cx="165385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42546" y="3261271"/>
            <a:ext cx="2272085" cy="119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Learning-based prediction models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Reinforcement Learning routing algorithms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Power-aware and fault-tolerant routing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63132" y="4613374"/>
            <a:ext cx="48467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Thank You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3F2A452-8CDB-17A8-59C9-AAA216308316}"/>
                  </a:ext>
                </a:extLst>
              </p14:cNvPr>
              <p14:cNvContentPartPr/>
              <p14:nvPr/>
            </p14:nvContentPartPr>
            <p14:xfrm>
              <a:off x="8081225" y="4879551"/>
              <a:ext cx="946080" cy="200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3F2A452-8CDB-17A8-59C9-AAA2163083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18225" y="4816551"/>
                <a:ext cx="1071720" cy="32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391</Words>
  <Application>Microsoft Office PowerPoint</Application>
  <PresentationFormat>On-screen Show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KAVYA KARRI</dc:creator>
  <cp:lastModifiedBy>23A91A0470</cp:lastModifiedBy>
  <cp:revision>4</cp:revision>
  <dcterms:created xsi:type="dcterms:W3CDTF">2026-05-09T08:50:01Z</dcterms:created>
  <dcterms:modified xsi:type="dcterms:W3CDTF">2026-05-10T09:43:15Z</dcterms:modified>
</cp:coreProperties>
</file>